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jD1mf0PO1is5VFEdahF5FTf8ty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" name="Google Shape;2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" name="Google Shape;3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8" name="Google Shape;3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4" name="Google Shape;4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" name="Google Shape;5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6" name="Google Shape;5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2" name="Google Shape;6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8" name="Google Shape;6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4" name="Google Shape;7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0" name="Google Shape;8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2" name="Google Shape;9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8" name="Google Shape;98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4" name="Google Shape;10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0" name="Google Shape;11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6" name="Google Shape;116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2" name="Google Shape;122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8" name="Google Shape;128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4" name="Google Shape;134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0" name="Google Shape;140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6" name="Google Shape;146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2" name="Google Shape;152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8" name="Google Shape;158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4" name="Google Shape;164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0" name="Google Shape;170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6" name="Google Shape;176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2" name="Google Shape;182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8" name="Google Shape;188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4" name="Google Shape;194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0" name="Google Shape;200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6" name="Google Shape;206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2" name="Google Shape;212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8" name="Google Shape;218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